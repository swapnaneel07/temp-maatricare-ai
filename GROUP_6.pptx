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05" dt="2026-09-07T17:46:14.683"/>
    <p1510:client id="{E2151F34-AA6D-4914-B53C-C4635815A15D}" v="408" dt="2026-09-07T18:07:39.947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hazra" userId="86908c03fd71561b" providerId="LiveId" clId="{81818E7C-1E89-41DF-A1C1-81AFFD83C1EE}"/>
    <pc:docChg chg="undo custSel modSld sldOrd">
      <pc:chgData name="rohan hazra" userId="86908c03fd71561b" providerId="LiveId" clId="{81818E7C-1E89-41DF-A1C1-81AFFD83C1EE}" dt="2026-09-07T18:13:05.329" v="708" actId="20577"/>
      <pc:docMkLst>
        <pc:docMk/>
      </pc:docMkLst>
      <pc:sldChg chg="modSp mod">
        <pc:chgData name="rohan hazra" userId="86908c03fd71561b" providerId="LiveId" clId="{81818E7C-1E89-41DF-A1C1-81AFFD83C1EE}" dt="2026-09-07T17:48:35.037" v="303" actId="255"/>
        <pc:sldMkLst>
          <pc:docMk/>
          <pc:sldMk cId="0" sldId="256"/>
        </pc:sldMkLst>
        <pc:spChg chg="mod">
          <ac:chgData name="rohan hazra" userId="86908c03fd71561b" providerId="LiveId" clId="{81818E7C-1E89-41DF-A1C1-81AFFD83C1EE}" dt="2026-09-07T17:48:35.037" v="303" actId="255"/>
          <ac:spMkLst>
            <pc:docMk/>
            <pc:sldMk cId="0" sldId="256"/>
            <ac:spMk id="2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48:27.430" v="30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48:20.996" v="30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48:15.252" v="300" actId="113"/>
          <ac:spMkLst>
            <pc:docMk/>
            <pc:sldMk cId="0" sldId="256"/>
            <ac:spMk id="6" creationId="{00000000-0000-0000-0000-000000000000}"/>
          </ac:spMkLst>
        </pc:spChg>
      </pc:sldChg>
      <pc:sldChg chg="delSp modSp mod">
        <pc:chgData name="rohan hazra" userId="86908c03fd71561b" providerId="LiveId" clId="{81818E7C-1E89-41DF-A1C1-81AFFD83C1EE}" dt="2026-09-07T18:03:21.973" v="413" actId="1076"/>
        <pc:sldMkLst>
          <pc:docMk/>
          <pc:sldMk cId="0" sldId="257"/>
        </pc:sldMkLst>
        <pc:spChg chg="mod">
          <ac:chgData name="rohan hazra" userId="86908c03fd71561b" providerId="LiveId" clId="{81818E7C-1E89-41DF-A1C1-81AFFD83C1EE}" dt="2026-09-07T17:09:46.824" v="39" actId="122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09:30.046" v="37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09:24.263" v="35" actId="478"/>
          <ac:spMkLst>
            <pc:docMk/>
            <pc:sldMk cId="0" sldId="257"/>
            <ac:spMk id="5" creationId="{00000000-0000-0000-0000-000000000000}"/>
          </ac:spMkLst>
        </pc:spChg>
        <pc:graphicFrameChg chg="mod modGraphic">
          <ac:chgData name="rohan hazra" userId="86908c03fd71561b" providerId="LiveId" clId="{81818E7C-1E89-41DF-A1C1-81AFFD83C1EE}" dt="2026-09-07T18:03:21.973" v="413" actId="1076"/>
          <ac:graphicFrameMkLst>
            <pc:docMk/>
            <pc:sldMk cId="0" sldId="257"/>
            <ac:graphicFrameMk id="3" creationId="{00000000-0000-0000-0000-000000000000}"/>
          </ac:graphicFrameMkLst>
        </pc:graphicFrameChg>
      </pc:sldChg>
      <pc:sldChg chg="modSp mod">
        <pc:chgData name="rohan hazra" userId="86908c03fd71561b" providerId="LiveId" clId="{81818E7C-1E89-41DF-A1C1-81AFFD83C1EE}" dt="2026-09-07T18:13:05.329" v="708" actId="20577"/>
        <pc:sldMkLst>
          <pc:docMk/>
          <pc:sldMk cId="0" sldId="258"/>
        </pc:sldMkLst>
        <pc:graphicFrameChg chg="modGraphic">
          <ac:chgData name="rohan hazra" userId="86908c03fd71561b" providerId="LiveId" clId="{81818E7C-1E89-41DF-A1C1-81AFFD83C1EE}" dt="2026-09-07T18:13:05.329" v="708" actId="20577"/>
          <ac:graphicFrameMkLst>
            <pc:docMk/>
            <pc:sldMk cId="0" sldId="258"/>
            <ac:graphicFrameMk id="3" creationId="{00000000-0000-0000-0000-000000000000}"/>
          </ac:graphicFrameMkLst>
        </pc:graphicFrameChg>
      </pc:sldChg>
      <pc:sldChg chg="modSp mod">
        <pc:chgData name="rohan hazra" userId="86908c03fd71561b" providerId="LiveId" clId="{81818E7C-1E89-41DF-A1C1-81AFFD83C1EE}" dt="2026-09-07T17:44:59.112" v="288" actId="14100"/>
        <pc:sldMkLst>
          <pc:docMk/>
          <pc:sldMk cId="0" sldId="259"/>
        </pc:sldMkLst>
        <pc:spChg chg="mod">
          <ac:chgData name="rohan hazra" userId="86908c03fd71561b" providerId="LiveId" clId="{81818E7C-1E89-41DF-A1C1-81AFFD83C1EE}" dt="2026-09-07T17:10:19.133" v="40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44:14.933" v="282" actId="14100"/>
          <ac:spMkLst>
            <pc:docMk/>
            <pc:sldMk cId="0" sldId="259"/>
            <ac:spMk id="19" creationId="{036DBF23-481E-856A-7861-2B2BE90982C1}"/>
          </ac:spMkLst>
        </pc:spChg>
        <pc:picChg chg="mod">
          <ac:chgData name="rohan hazra" userId="86908c03fd71561b" providerId="LiveId" clId="{81818E7C-1E89-41DF-A1C1-81AFFD83C1EE}" dt="2026-09-07T17:44:50.373" v="286" actId="208"/>
          <ac:picMkLst>
            <pc:docMk/>
            <pc:sldMk cId="0" sldId="259"/>
            <ac:picMk id="4" creationId="{00000000-0000-0000-0000-000000000000}"/>
          </ac:picMkLst>
        </pc:picChg>
        <pc:picChg chg="mod">
          <ac:chgData name="rohan hazra" userId="86908c03fd71561b" providerId="LiveId" clId="{81818E7C-1E89-41DF-A1C1-81AFFD83C1EE}" dt="2026-09-07T17:44:59.112" v="288" actId="14100"/>
          <ac:picMkLst>
            <pc:docMk/>
            <pc:sldMk cId="0" sldId="259"/>
            <ac:picMk id="5" creationId="{9FC0C600-A1C5-B7D2-A841-864CE9BB9615}"/>
          </ac:picMkLst>
        </pc:picChg>
      </pc:sldChg>
      <pc:sldChg chg="addSp delSp modSp mod">
        <pc:chgData name="rohan hazra" userId="86908c03fd71561b" providerId="LiveId" clId="{81818E7C-1E89-41DF-A1C1-81AFFD83C1EE}" dt="2026-09-07T18:09:48.230" v="489" actId="20577"/>
        <pc:sldMkLst>
          <pc:docMk/>
          <pc:sldMk cId="0" sldId="260"/>
        </pc:sldMkLst>
        <pc:spChg chg="mod">
          <ac:chgData name="rohan hazra" userId="86908c03fd71561b" providerId="LiveId" clId="{81818E7C-1E89-41DF-A1C1-81AFFD83C1EE}" dt="2026-09-07T18:02:48.979" v="408" actId="207"/>
          <ac:spMkLst>
            <pc:docMk/>
            <pc:sldMk cId="0" sldId="260"/>
            <ac:spMk id="2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2:03.129" v="73" actId="478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12:19.381" v="76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2:03.129" v="73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2:19.381" v="76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2:03.129" v="73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2:19.381" v="76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2:03.129" v="73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2:19.381" v="76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2:03.129" v="73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2:19.381" v="76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1:29.772" v="48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1:56.342" v="72" actId="478"/>
          <ac:spMkLst>
            <pc:docMk/>
            <pc:sldMk cId="0" sldId="260"/>
            <ac:spMk id="14" creationId="{00000000-0000-0000-0000-000000000000}"/>
          </ac:spMkLst>
        </pc:spChg>
        <pc:spChg chg="add mod">
          <ac:chgData name="rohan hazra" userId="86908c03fd71561b" providerId="LiveId" clId="{81818E7C-1E89-41DF-A1C1-81AFFD83C1EE}" dt="2026-09-07T18:09:48.230" v="489" actId="20577"/>
          <ac:spMkLst>
            <pc:docMk/>
            <pc:sldMk cId="0" sldId="260"/>
            <ac:spMk id="15" creationId="{26884B1E-2F52-8E6F-712D-D7959779CB06}"/>
          </ac:spMkLst>
        </pc:spChg>
        <pc:picChg chg="mod">
          <ac:chgData name="rohan hazra" userId="86908c03fd71561b" providerId="LiveId" clId="{81818E7C-1E89-41DF-A1C1-81AFFD83C1EE}" dt="2026-09-07T18:03:09.221" v="412" actId="1076"/>
          <ac:picMkLst>
            <pc:docMk/>
            <pc:sldMk cId="0" sldId="260"/>
            <ac:picMk id="3" creationId="{4B213DB3-43F0-A37E-D9F5-29A1178F5578}"/>
          </ac:picMkLst>
        </pc:picChg>
      </pc:sldChg>
      <pc:sldChg chg="delSp modSp mod">
        <pc:chgData name="rohan hazra" userId="86908c03fd71561b" providerId="LiveId" clId="{81818E7C-1E89-41DF-A1C1-81AFFD83C1EE}" dt="2026-09-07T18:02:12.630" v="401" actId="1076"/>
        <pc:sldMkLst>
          <pc:docMk/>
          <pc:sldMk cId="0" sldId="261"/>
        </pc:sldMkLst>
        <pc:spChg chg="mod">
          <ac:chgData name="rohan hazra" userId="86908c03fd71561b" providerId="LiveId" clId="{81818E7C-1E89-41DF-A1C1-81AFFD83C1EE}" dt="2026-09-07T17:27:43.145" v="190" actId="107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20:41.855" v="172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22:05.567" v="174" actId="478"/>
          <ac:spMkLst>
            <pc:docMk/>
            <pc:sldMk cId="0" sldId="261"/>
            <ac:spMk id="5" creationId="{00000000-0000-0000-0000-000000000000}"/>
          </ac:spMkLst>
        </pc:spChg>
        <pc:graphicFrameChg chg="mod modGraphic">
          <ac:chgData name="rohan hazra" userId="86908c03fd71561b" providerId="LiveId" clId="{81818E7C-1E89-41DF-A1C1-81AFFD83C1EE}" dt="2026-09-07T18:02:12.630" v="401" actId="1076"/>
          <ac:graphicFrameMkLst>
            <pc:docMk/>
            <pc:sldMk cId="0" sldId="261"/>
            <ac:graphicFrameMk id="3" creationId="{00000000-0000-0000-0000-000000000000}"/>
          </ac:graphicFrameMkLst>
        </pc:graphicFrameChg>
      </pc:sldChg>
      <pc:sldChg chg="modSp mod ord">
        <pc:chgData name="rohan hazra" userId="86908c03fd71561b" providerId="LiveId" clId="{81818E7C-1E89-41DF-A1C1-81AFFD83C1EE}" dt="2026-09-07T18:11:11.457" v="552"/>
        <pc:sldMkLst>
          <pc:docMk/>
          <pc:sldMk cId="0" sldId="262"/>
        </pc:sldMkLst>
        <pc:spChg chg="mod">
          <ac:chgData name="rohan hazra" userId="86908c03fd71561b" providerId="LiveId" clId="{81818E7C-1E89-41DF-A1C1-81AFFD83C1EE}" dt="2026-09-07T18:01:40.139" v="399" actId="207"/>
          <ac:spMkLst>
            <pc:docMk/>
            <pc:sldMk cId="0" sldId="262"/>
            <ac:spMk id="8" creationId="{00000000-0000-0000-0000-000000000000}"/>
          </ac:spMkLst>
        </pc:spChg>
        <pc:picChg chg="mod">
          <ac:chgData name="rohan hazra" userId="86908c03fd71561b" providerId="LiveId" clId="{81818E7C-1E89-41DF-A1C1-81AFFD83C1EE}" dt="2026-09-07T18:06:01.292" v="421" actId="1076"/>
          <ac:picMkLst>
            <pc:docMk/>
            <pc:sldMk cId="0" sldId="262"/>
            <ac:picMk id="35" creationId="{5F743C49-91DD-8B68-398E-C32097B6B37F}"/>
          </ac:picMkLst>
        </pc:picChg>
      </pc:sldChg>
      <pc:sldChg chg="addSp delSp modSp mod">
        <pc:chgData name="rohan hazra" userId="86908c03fd71561b" providerId="LiveId" clId="{81818E7C-1E89-41DF-A1C1-81AFFD83C1EE}" dt="2026-09-07T18:06:45.178" v="424" actId="1076"/>
        <pc:sldMkLst>
          <pc:docMk/>
          <pc:sldMk cId="0" sldId="263"/>
        </pc:sldMkLst>
        <pc:spChg chg="del mod">
          <ac:chgData name="rohan hazra" userId="86908c03fd71561b" providerId="LiveId" clId="{81818E7C-1E89-41DF-A1C1-81AFFD83C1EE}" dt="2026-09-07T17:18:09.045" v="122" actId="478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16:40.659" v="101" actId="478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16:57.517" v="106"/>
          <ac:spMkLst>
            <pc:docMk/>
            <pc:sldMk cId="0" sldId="263"/>
            <ac:spMk id="4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6:44.435" v="102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6:44.435" v="102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6:44.435" v="102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6:44.435" v="102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16:57.524" v="10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6:44.435" v="102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6:44.435" v="102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6:44.435" v="102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6:03.746" v="90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16:38.311" v="99" actId="478"/>
          <ac:spMkLst>
            <pc:docMk/>
            <pc:sldMk cId="0" sldId="263"/>
            <ac:spMk id="22" creationId="{00000000-0000-0000-0000-000000000000}"/>
          </ac:spMkLst>
        </pc:spChg>
        <pc:spChg chg="add mod">
          <ac:chgData name="rohan hazra" userId="86908c03fd71561b" providerId="LiveId" clId="{81818E7C-1E89-41DF-A1C1-81AFFD83C1EE}" dt="2026-09-07T17:17:52.204" v="120" actId="767"/>
          <ac:spMkLst>
            <pc:docMk/>
            <pc:sldMk cId="0" sldId="263"/>
            <ac:spMk id="24" creationId="{EEE5B557-8A24-8684-CC05-B5A22B23BD35}"/>
          </ac:spMkLst>
        </pc:spChg>
        <pc:spChg chg="add mod">
          <ac:chgData name="rohan hazra" userId="86908c03fd71561b" providerId="LiveId" clId="{81818E7C-1E89-41DF-A1C1-81AFFD83C1EE}" dt="2026-09-07T18:02:06.044" v="400" actId="113"/>
          <ac:spMkLst>
            <pc:docMk/>
            <pc:sldMk cId="0" sldId="263"/>
            <ac:spMk id="25" creationId="{89D06B4D-8A8A-6819-A00A-0D3AB83DBAC9}"/>
          </ac:spMkLst>
        </pc:spChg>
        <pc:spChg chg="add del mod">
          <ac:chgData name="rohan hazra" userId="86908c03fd71561b" providerId="LiveId" clId="{81818E7C-1E89-41DF-A1C1-81AFFD83C1EE}" dt="2026-09-07T17:20:11.879" v="169"/>
          <ac:spMkLst>
            <pc:docMk/>
            <pc:sldMk cId="0" sldId="263"/>
            <ac:spMk id="27" creationId="{DF230FC0-2DE0-C176-2D53-A8FBC0CCCEBA}"/>
          </ac:spMkLst>
        </pc:spChg>
        <pc:graphicFrameChg chg="add del mod modGraphic">
          <ac:chgData name="rohan hazra" userId="86908c03fd71561b" providerId="LiveId" clId="{81818E7C-1E89-41DF-A1C1-81AFFD83C1EE}" dt="2026-09-07T17:18:09.045" v="122" actId="478"/>
          <ac:graphicFrameMkLst>
            <pc:docMk/>
            <pc:sldMk cId="0" sldId="263"/>
            <ac:graphicFrameMk id="23" creationId="{A58A8846-86B7-5B8A-9ACD-2EFCDAEA0794}"/>
          </ac:graphicFrameMkLst>
        </pc:graphicFrameChg>
        <pc:graphicFrameChg chg="add mod modGraphic">
          <ac:chgData name="rohan hazra" userId="86908c03fd71561b" providerId="LiveId" clId="{81818E7C-1E89-41DF-A1C1-81AFFD83C1EE}" dt="2026-09-07T18:06:45.178" v="424" actId="1076"/>
          <ac:graphicFrameMkLst>
            <pc:docMk/>
            <pc:sldMk cId="0" sldId="263"/>
            <ac:graphicFrameMk id="26" creationId="{3A4F3C65-90C4-69AE-F33C-2AAD162C480D}"/>
          </ac:graphicFrameMkLst>
        </pc:graphicFrameChg>
        <pc:picChg chg="del">
          <ac:chgData name="rohan hazra" userId="86908c03fd71561b" providerId="LiveId" clId="{81818E7C-1E89-41DF-A1C1-81AFFD83C1EE}" dt="2026-09-07T17:16:44.435" v="102" actId="478"/>
          <ac:picMkLst>
            <pc:docMk/>
            <pc:sldMk cId="0" sldId="263"/>
            <ac:picMk id="7" creationId="{00000000-0000-0000-0000-000000000000}"/>
          </ac:picMkLst>
        </pc:picChg>
        <pc:picChg chg="del">
          <ac:chgData name="rohan hazra" userId="86908c03fd71561b" providerId="LiveId" clId="{81818E7C-1E89-41DF-A1C1-81AFFD83C1EE}" dt="2026-09-07T17:16:44.435" v="102" actId="478"/>
          <ac:picMkLst>
            <pc:docMk/>
            <pc:sldMk cId="0" sldId="263"/>
            <ac:picMk id="15" creationId="{00000000-0000-0000-0000-000000000000}"/>
          </ac:picMkLst>
        </pc:picChg>
        <pc:picChg chg="del">
          <ac:chgData name="rohan hazra" userId="86908c03fd71561b" providerId="LiveId" clId="{81818E7C-1E89-41DF-A1C1-81AFFD83C1EE}" dt="2026-09-07T17:16:44.435" v="102" actId="478"/>
          <ac:picMkLst>
            <pc:docMk/>
            <pc:sldMk cId="0" sldId="263"/>
            <ac:picMk id="19" creationId="{00000000-0000-0000-0000-000000000000}"/>
          </ac:picMkLst>
        </pc:picChg>
      </pc:sldChg>
      <pc:sldChg chg="modSp mod">
        <pc:chgData name="rohan hazra" userId="86908c03fd71561b" providerId="LiveId" clId="{81818E7C-1E89-41DF-A1C1-81AFFD83C1EE}" dt="2026-09-07T17:29:24.902" v="202" actId="207"/>
        <pc:sldMkLst>
          <pc:docMk/>
          <pc:sldMk cId="0" sldId="264"/>
        </pc:sldMkLst>
        <pc:spChg chg="mod">
          <ac:chgData name="rohan hazra" userId="86908c03fd71561b" providerId="LiveId" clId="{81818E7C-1E89-41DF-A1C1-81AFFD83C1EE}" dt="2026-09-07T17:29:24.902" v="202" actId="207"/>
          <ac:spMkLst>
            <pc:docMk/>
            <pc:sldMk cId="0" sldId="264"/>
            <ac:spMk id="8" creationId="{00000000-0000-0000-0000-000000000000}"/>
          </ac:spMkLst>
        </pc:spChg>
      </pc:sldChg>
      <pc:sldChg chg="addSp delSp modSp mod">
        <pc:chgData name="rohan hazra" userId="86908c03fd71561b" providerId="LiveId" clId="{81818E7C-1E89-41DF-A1C1-81AFFD83C1EE}" dt="2026-09-07T18:07:29.637" v="430" actId="14100"/>
        <pc:sldMkLst>
          <pc:docMk/>
          <pc:sldMk cId="0" sldId="265"/>
        </pc:sldMkLst>
        <pc:spChg chg="mod">
          <ac:chgData name="rohan hazra" userId="86908c03fd71561b" providerId="LiveId" clId="{81818E7C-1E89-41DF-A1C1-81AFFD83C1EE}" dt="2026-09-07T17:54:33.636" v="333" actId="1076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54:08.353" v="324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53:38.071" v="313" actId="478"/>
          <ac:spMkLst>
            <pc:docMk/>
            <pc:sldMk cId="0" sldId="265"/>
            <ac:spMk id="4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54:08.353" v="326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53:38.071" v="313" actId="478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53:38.071" v="313" actId="478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53:38.071" v="313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53:38.071" v="313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rohan hazra" userId="86908c03fd71561b" providerId="LiveId" clId="{81818E7C-1E89-41DF-A1C1-81AFFD83C1EE}" dt="2026-09-07T17:53:38.071" v="313" actId="478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53:38.071" v="313" actId="478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53:38.071" v="313" actId="478"/>
          <ac:spMkLst>
            <pc:docMk/>
            <pc:sldMk cId="0" sldId="265"/>
            <ac:spMk id="13" creationId="{00000000-0000-0000-0000-000000000000}"/>
          </ac:spMkLst>
        </pc:spChg>
        <pc:spChg chg="add mod">
          <ac:chgData name="rohan hazra" userId="86908c03fd71561b" providerId="LiveId" clId="{81818E7C-1E89-41DF-A1C1-81AFFD83C1EE}" dt="2026-09-07T18:01:17.082" v="396" actId="1076"/>
          <ac:spMkLst>
            <pc:docMk/>
            <pc:sldMk cId="0" sldId="265"/>
            <ac:spMk id="18" creationId="{1185F15B-24C7-5A81-DD9E-808C9FF77E54}"/>
          </ac:spMkLst>
        </pc:spChg>
        <pc:graphicFrameChg chg="del modGraphic">
          <ac:chgData name="rohan hazra" userId="86908c03fd71561b" providerId="LiveId" clId="{81818E7C-1E89-41DF-A1C1-81AFFD83C1EE}" dt="2026-09-07T17:54:08.349" v="322" actId="478"/>
          <ac:graphicFrameMkLst>
            <pc:docMk/>
            <pc:sldMk cId="0" sldId="265"/>
            <ac:graphicFrameMk id="7" creationId="{00000000-0000-0000-0000-000000000000}"/>
          </ac:graphicFrameMkLst>
        </pc:graphicFrameChg>
        <pc:picChg chg="mod">
          <ac:chgData name="rohan hazra" userId="86908c03fd71561b" providerId="LiveId" clId="{81818E7C-1E89-41DF-A1C1-81AFFD83C1EE}" dt="2026-09-07T17:54:27.674" v="332" actId="1076"/>
          <ac:picMkLst>
            <pc:docMk/>
            <pc:sldMk cId="0" sldId="265"/>
            <ac:picMk id="16" creationId="{7543A594-CC3B-7849-E91A-B422CF08B904}"/>
          </ac:picMkLst>
        </pc:picChg>
        <pc:picChg chg="mod">
          <ac:chgData name="rohan hazra" userId="86908c03fd71561b" providerId="LiveId" clId="{81818E7C-1E89-41DF-A1C1-81AFFD83C1EE}" dt="2026-09-07T17:34:24.699" v="236" actId="14100"/>
          <ac:picMkLst>
            <pc:docMk/>
            <pc:sldMk cId="0" sldId="265"/>
            <ac:picMk id="17" creationId="{F89152D4-1B96-4E55-5E73-C71DD9085772}"/>
          </ac:picMkLst>
        </pc:picChg>
        <pc:picChg chg="add del">
          <ac:chgData name="rohan hazra" userId="86908c03fd71561b" providerId="LiveId" clId="{81818E7C-1E89-41DF-A1C1-81AFFD83C1EE}" dt="2026-09-07T17:59:30.431" v="385" actId="478"/>
          <ac:picMkLst>
            <pc:docMk/>
            <pc:sldMk cId="0" sldId="265"/>
            <ac:picMk id="20" creationId="{49067FF6-1EE8-8AAD-0D2A-DC1E53D33458}"/>
          </ac:picMkLst>
        </pc:picChg>
        <pc:picChg chg="add del">
          <ac:chgData name="rohan hazra" userId="86908c03fd71561b" providerId="LiveId" clId="{81818E7C-1E89-41DF-A1C1-81AFFD83C1EE}" dt="2026-09-07T18:00:38.298" v="388" actId="478"/>
          <ac:picMkLst>
            <pc:docMk/>
            <pc:sldMk cId="0" sldId="265"/>
            <ac:picMk id="22" creationId="{19EBFEAA-84F2-D8D4-6300-D7EC924C9AF1}"/>
          </ac:picMkLst>
        </pc:picChg>
        <pc:picChg chg="add mod">
          <ac:chgData name="rohan hazra" userId="86908c03fd71561b" providerId="LiveId" clId="{81818E7C-1E89-41DF-A1C1-81AFFD83C1EE}" dt="2026-09-07T18:07:29.637" v="430" actId="14100"/>
          <ac:picMkLst>
            <pc:docMk/>
            <pc:sldMk cId="0" sldId="265"/>
            <ac:picMk id="24" creationId="{4AC76FB5-05AC-5943-9399-FEADA232AB17}"/>
          </ac:picMkLst>
        </pc:picChg>
      </pc:sldChg>
      <pc:sldChg chg="addSp delSp modSp mod">
        <pc:chgData name="rohan hazra" userId="86908c03fd71561b" providerId="LiveId" clId="{81818E7C-1E89-41DF-A1C1-81AFFD83C1EE}" dt="2026-09-07T18:08:35.932" v="446" actId="207"/>
        <pc:sldMkLst>
          <pc:docMk/>
          <pc:sldMk cId="0" sldId="266"/>
        </pc:sldMkLst>
        <pc:spChg chg="mod">
          <ac:chgData name="rohan hazra" userId="86908c03fd71561b" providerId="LiveId" clId="{81818E7C-1E89-41DF-A1C1-81AFFD83C1EE}" dt="2026-09-07T18:08:35.932" v="446" actId="207"/>
          <ac:spMkLst>
            <pc:docMk/>
            <pc:sldMk cId="0" sldId="266"/>
            <ac:spMk id="3" creationId="{00000000-0000-0000-0000-000000000000}"/>
          </ac:spMkLst>
        </pc:spChg>
        <pc:spChg chg="del">
          <ac:chgData name="rohan hazra" userId="86908c03fd71561b" providerId="LiveId" clId="{81818E7C-1E89-41DF-A1C1-81AFFD83C1EE}" dt="2026-09-07T18:07:03.782" v="425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rohan hazra" userId="86908c03fd71561b" providerId="LiveId" clId="{81818E7C-1E89-41DF-A1C1-81AFFD83C1EE}" dt="2026-09-07T18:07:03.782" v="425" actId="478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8:07:13.525" v="428"/>
          <ac:spMkLst>
            <pc:docMk/>
            <pc:sldMk cId="0" sldId="266"/>
            <ac:spMk id="6" creationId="{00000000-0000-0000-0000-000000000000}"/>
          </ac:spMkLst>
        </pc:spChg>
        <pc:spChg chg="del">
          <ac:chgData name="rohan hazra" userId="86908c03fd71561b" providerId="LiveId" clId="{81818E7C-1E89-41DF-A1C1-81AFFD83C1EE}" dt="2026-09-07T18:07:03.782" v="425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rohan hazra" userId="86908c03fd71561b" providerId="LiveId" clId="{81818E7C-1E89-41DF-A1C1-81AFFD83C1EE}" dt="2026-09-07T18:07:03.782" v="425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rohan hazra" userId="86908c03fd71561b" providerId="LiveId" clId="{81818E7C-1E89-41DF-A1C1-81AFFD83C1EE}" dt="2026-09-07T18:07:03.782" v="425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rohan hazra" userId="86908c03fd71561b" providerId="LiveId" clId="{81818E7C-1E89-41DF-A1C1-81AFFD83C1EE}" dt="2026-09-07T18:07:03.782" v="425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rohan hazra" userId="86908c03fd71561b" providerId="LiveId" clId="{81818E7C-1E89-41DF-A1C1-81AFFD83C1EE}" dt="2026-09-07T18:07:03.782" v="425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rohan hazra" userId="86908c03fd71561b" providerId="LiveId" clId="{81818E7C-1E89-41DF-A1C1-81AFFD83C1EE}" dt="2026-09-07T18:07:03.782" v="425" actId="478"/>
          <ac:spMkLst>
            <pc:docMk/>
            <pc:sldMk cId="0" sldId="266"/>
            <ac:spMk id="13" creationId="{00000000-0000-0000-0000-000000000000}"/>
          </ac:spMkLst>
        </pc:spChg>
        <pc:spChg chg="add del mod">
          <ac:chgData name="rohan hazra" userId="86908c03fd71561b" providerId="LiveId" clId="{81818E7C-1E89-41DF-A1C1-81AFFD83C1EE}" dt="2026-09-07T18:08:26.116" v="444"/>
          <ac:spMkLst>
            <pc:docMk/>
            <pc:sldMk cId="0" sldId="266"/>
            <ac:spMk id="18" creationId="{E274C805-11AD-EDA5-9503-7C47224B0B05}"/>
          </ac:spMkLst>
        </pc:spChg>
        <pc:graphicFrameChg chg="add mod modGraphic">
          <ac:chgData name="rohan hazra" userId="86908c03fd71561b" providerId="LiveId" clId="{81818E7C-1E89-41DF-A1C1-81AFFD83C1EE}" dt="2026-09-07T18:08:25.051" v="442" actId="2711"/>
          <ac:graphicFrameMkLst>
            <pc:docMk/>
            <pc:sldMk cId="0" sldId="266"/>
            <ac:graphicFrameMk id="19" creationId="{E93EBD48-21D6-CEC4-C770-512F6795BE7F}"/>
          </ac:graphicFrameMkLst>
        </pc:graphicFrameChg>
        <pc:picChg chg="del">
          <ac:chgData name="rohan hazra" userId="86908c03fd71561b" providerId="LiveId" clId="{81818E7C-1E89-41DF-A1C1-81AFFD83C1EE}" dt="2026-09-07T18:04:03.043" v="415" actId="478"/>
          <ac:picMkLst>
            <pc:docMk/>
            <pc:sldMk cId="0" sldId="266"/>
            <ac:picMk id="2" creationId="{00000000-0000-0000-0000-000000000000}"/>
          </ac:picMkLst>
        </pc:picChg>
        <pc:picChg chg="del">
          <ac:chgData name="rohan hazra" userId="86908c03fd71561b" providerId="LiveId" clId="{81818E7C-1E89-41DF-A1C1-81AFFD83C1EE}" dt="2026-09-07T18:04:00.709" v="414" actId="478"/>
          <ac:picMkLst>
            <pc:docMk/>
            <pc:sldMk cId="0" sldId="266"/>
            <ac:picMk id="7" creationId="{00000000-0000-0000-0000-000000000000}"/>
          </ac:picMkLst>
        </pc:picChg>
        <pc:picChg chg="mod">
          <ac:chgData name="rohan hazra" userId="86908c03fd71561b" providerId="LiveId" clId="{81818E7C-1E89-41DF-A1C1-81AFFD83C1EE}" dt="2026-09-07T18:05:52.034" v="420" actId="1076"/>
          <ac:picMkLst>
            <pc:docMk/>
            <pc:sldMk cId="0" sldId="266"/>
            <ac:picMk id="16" creationId="{7BCFCA62-4C91-1C1F-36DF-B9EF0E33A359}"/>
          </ac:picMkLst>
        </pc:picChg>
      </pc:sldChg>
      <pc:sldChg chg="addSp delSp modSp mod">
        <pc:chgData name="rohan hazra" userId="86908c03fd71561b" providerId="LiveId" clId="{81818E7C-1E89-41DF-A1C1-81AFFD83C1EE}" dt="2026-09-07T17:59:44.085" v="386" actId="113"/>
        <pc:sldMkLst>
          <pc:docMk/>
          <pc:sldMk cId="0" sldId="267"/>
        </pc:sldMkLst>
        <pc:spChg chg="mod">
          <ac:chgData name="rohan hazra" userId="86908c03fd71561b" providerId="LiveId" clId="{81818E7C-1E89-41DF-A1C1-81AFFD83C1EE}" dt="2026-09-07T17:40:58.848" v="279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35:29.727" v="240" actId="207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59:44.085" v="386" actId="113"/>
          <ac:spMkLst>
            <pc:docMk/>
            <pc:sldMk cId="0" sldId="267"/>
            <ac:spMk id="4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35:45.655" v="243" actId="207"/>
          <ac:spMkLst>
            <pc:docMk/>
            <pc:sldMk cId="0" sldId="267"/>
            <ac:spMk id="5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32:25.085" v="216" actId="2711"/>
          <ac:spMkLst>
            <pc:docMk/>
            <pc:sldMk cId="0" sldId="267"/>
            <ac:spMk id="6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38:08.105" v="271" actId="12"/>
          <ac:spMkLst>
            <pc:docMk/>
            <pc:sldMk cId="0" sldId="267"/>
            <ac:spMk id="7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40:48.958" v="2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38:03.204" v="270" actId="12"/>
          <ac:spMkLst>
            <pc:docMk/>
            <pc:sldMk cId="0" sldId="267"/>
            <ac:spMk id="9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40:48.956" v="275"/>
          <ac:spMkLst>
            <pc:docMk/>
            <pc:sldMk cId="0" sldId="267"/>
            <ac:spMk id="10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37:59.400" v="269" actId="12"/>
          <ac:spMkLst>
            <pc:docMk/>
            <pc:sldMk cId="0" sldId="267"/>
            <ac:spMk id="11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40:48.956" v="273"/>
          <ac:spMkLst>
            <pc:docMk/>
            <pc:sldMk cId="0" sldId="267"/>
            <ac:spMk id="12" creationId="{00000000-0000-0000-0000-000000000000}"/>
          </ac:spMkLst>
        </pc:spChg>
        <pc:spChg chg="mod">
          <ac:chgData name="rohan hazra" userId="86908c03fd71561b" providerId="LiveId" clId="{81818E7C-1E89-41DF-A1C1-81AFFD83C1EE}" dt="2026-09-07T17:37:56.173" v="268" actId="12"/>
          <ac:spMkLst>
            <pc:docMk/>
            <pc:sldMk cId="0" sldId="267"/>
            <ac:spMk id="13" creationId="{00000000-0000-0000-0000-000000000000}"/>
          </ac:spMkLst>
        </pc:spChg>
        <pc:spChg chg="del mod">
          <ac:chgData name="rohan hazra" userId="86908c03fd71561b" providerId="LiveId" clId="{81818E7C-1E89-41DF-A1C1-81AFFD83C1EE}" dt="2026-09-07T17:31:26.472" v="204" actId="478"/>
          <ac:spMkLst>
            <pc:docMk/>
            <pc:sldMk cId="0" sldId="267"/>
            <ac:spMk id="14" creationId="{00000000-0000-0000-0000-000000000000}"/>
          </ac:spMkLst>
        </pc:spChg>
        <pc:spChg chg="add del mod">
          <ac:chgData name="rohan hazra" userId="86908c03fd71561b" providerId="LiveId" clId="{81818E7C-1E89-41DF-A1C1-81AFFD83C1EE}" dt="2026-09-07T17:36:23.908" v="251"/>
          <ac:spMkLst>
            <pc:docMk/>
            <pc:sldMk cId="0" sldId="267"/>
            <ac:spMk id="17" creationId="{23DF9ED5-45F4-D65F-FAC3-436EB50FA0F7}"/>
          </ac:spMkLst>
        </pc:spChg>
      </pc:sldChg>
    </pc:docChg>
  </pc:docChgLst>
  <pc:docChgLst>
    <pc:chgData name="Guest User" providerId="Windows Live" clId="Web-{00000000-0000-0000-0000-000000000000}"/>
    <pc:docChg chg="delSld modSld">
      <pc:chgData name="Guest User" userId="" providerId="Windows Live" clId="Web-{00000000-0000-0000-0000-000000000000}" dt="2026-09-07T17:46:14.683" v="419" actId="1076"/>
      <pc:docMkLst>
        <pc:docMk/>
      </pc:docMkLst>
      <pc:sldChg chg="addSp delSp modSp">
        <pc:chgData name="Guest User" userId="" providerId="Windows Live" clId="Web-{00000000-0000-0000-0000-000000000000}" dt="2026-09-07T17:46:14.683" v="419" actId="1076"/>
        <pc:sldMkLst>
          <pc:docMk/>
          <pc:sldMk cId="0" sldId="256"/>
        </pc:sldMkLst>
        <pc:spChg chg="mod">
          <ac:chgData name="Guest User" userId="" providerId="Windows Live" clId="Web-{00000000-0000-0000-0000-000000000000}" dt="2026-09-07T17:16:29.023" v="12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Guest User" userId="" providerId="Windows Live" clId="Web-{00000000-0000-0000-0000-000000000000}" dt="2026-09-07T17:46:08.261" v="41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" providerId="Windows Live" clId="Web-{00000000-0000-0000-0000-000000000000}" dt="2026-09-07T17:46:11.058" v="417" actId="1076"/>
          <ac:spMkLst>
            <pc:docMk/>
            <pc:sldMk cId="0" sldId="256"/>
            <ac:spMk id="4" creationId="{00000000-0000-0000-0000-000000000000}"/>
          </ac:spMkLst>
        </pc:spChg>
        <pc:spChg chg="del">
          <ac:chgData name="Guest User" userId="" providerId="Windows Live" clId="Web-{00000000-0000-0000-0000-000000000000}" dt="2026-09-07T17:45:10.509" v="364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Guest User" userId="" providerId="Windows Live" clId="Web-{00000000-0000-0000-0000-000000000000}" dt="2026-09-07T17:46:14.683" v="419" actId="1076"/>
          <ac:spMkLst>
            <pc:docMk/>
            <pc:sldMk cId="0" sldId="256"/>
            <ac:spMk id="6" creationId="{00000000-0000-0000-0000-000000000000}"/>
          </ac:spMkLst>
        </pc:spChg>
        <pc:picChg chg="add mod">
          <ac:chgData name="Guest User" userId="" providerId="Windows Live" clId="Web-{00000000-0000-0000-0000-000000000000}" dt="2026-09-07T17:16:38.164" v="132" actId="14100"/>
          <ac:picMkLst>
            <pc:docMk/>
            <pc:sldMk cId="0" sldId="256"/>
            <ac:picMk id="7" creationId="{05D1D376-B92C-D9BB-D719-94D25DAAC25E}"/>
          </ac:picMkLst>
        </pc:picChg>
        <pc:picChg chg="add mod">
          <ac:chgData name="Guest User" userId="" providerId="Windows Live" clId="Web-{00000000-0000-0000-0000-000000000000}" dt="2026-09-07T17:16:59.821" v="135" actId="1076"/>
          <ac:picMkLst>
            <pc:docMk/>
            <pc:sldMk cId="0" sldId="256"/>
            <ac:picMk id="8" creationId="{B99C46A0-6271-2119-C2C1-6AE99363DD0E}"/>
          </ac:picMkLst>
        </pc:picChg>
      </pc:sldChg>
      <pc:sldChg chg="addSp modSp">
        <pc:chgData name="Guest User" userId="" providerId="Windows Live" clId="Web-{00000000-0000-0000-0000-000000000000}" dt="2026-09-07T17:18:25.652" v="154" actId="14100"/>
        <pc:sldMkLst>
          <pc:docMk/>
          <pc:sldMk cId="0" sldId="257"/>
        </pc:sldMkLst>
        <pc:spChg chg="mod">
          <ac:chgData name="Guest User" userId="" providerId="Windows Live" clId="Web-{00000000-0000-0000-0000-000000000000}" dt="2026-09-07T17:17:15.978" v="136" actId="1076"/>
          <ac:spMkLst>
            <pc:docMk/>
            <pc:sldMk cId="0" sldId="257"/>
            <ac:spMk id="2" creationId="{00000000-0000-0000-0000-000000000000}"/>
          </ac:spMkLst>
        </pc:spChg>
        <pc:graphicFrameChg chg="mod modGraphic">
          <ac:chgData name="Guest User" userId="" providerId="Windows Live" clId="Web-{00000000-0000-0000-0000-000000000000}" dt="2026-09-07T17:10:14.307" v="81"/>
          <ac:graphicFrameMkLst>
            <pc:docMk/>
            <pc:sldMk cId="0" sldId="257"/>
            <ac:graphicFrameMk id="3" creationId="{00000000-0000-0000-0000-000000000000}"/>
          </ac:graphicFrameMkLst>
        </pc:graphicFrameChg>
        <pc:picChg chg="add mod">
          <ac:chgData name="Guest User" userId="" providerId="Windows Live" clId="Web-{00000000-0000-0000-0000-000000000000}" dt="2026-09-07T17:18:25.652" v="154" actId="14100"/>
          <ac:picMkLst>
            <pc:docMk/>
            <pc:sldMk cId="0" sldId="257"/>
            <ac:picMk id="5" creationId="{CBFBECBB-CD6E-C0EB-F1D6-AEA21C198BB3}"/>
          </ac:picMkLst>
        </pc:picChg>
        <pc:picChg chg="add mod">
          <ac:chgData name="Guest User" userId="" providerId="Windows Live" clId="Web-{00000000-0000-0000-0000-000000000000}" dt="2026-09-07T17:18:07.605" v="149" actId="1076"/>
          <ac:picMkLst>
            <pc:docMk/>
            <pc:sldMk cId="0" sldId="257"/>
            <ac:picMk id="6" creationId="{DDBCBE77-4965-54FF-9DD9-4F444F6F0FBB}"/>
          </ac:picMkLst>
        </pc:picChg>
      </pc:sldChg>
      <pc:sldChg chg="addSp delSp modSp">
        <pc:chgData name="Guest User" userId="" providerId="Windows Live" clId="Web-{00000000-0000-0000-0000-000000000000}" dt="2026-09-07T17:19:53.155" v="172" actId="1076"/>
        <pc:sldMkLst>
          <pc:docMk/>
          <pc:sldMk cId="0" sldId="258"/>
        </pc:sldMkLst>
        <pc:spChg chg="mod">
          <ac:chgData name="Guest User" userId="" providerId="Windows Live" clId="Web-{00000000-0000-0000-0000-000000000000}" dt="2026-09-07T17:18:35.153" v="155" actId="1076"/>
          <ac:spMkLst>
            <pc:docMk/>
            <pc:sldMk cId="0" sldId="258"/>
            <ac:spMk id="2" creationId="{00000000-0000-0000-0000-000000000000}"/>
          </ac:spMkLst>
        </pc:spChg>
        <pc:spChg chg="del">
          <ac:chgData name="Guest User" userId="" providerId="Windows Live" clId="Web-{00000000-0000-0000-0000-000000000000}" dt="2026-09-07T17:18:41.684" v="156"/>
          <ac:spMkLst>
            <pc:docMk/>
            <pc:sldMk cId="0" sldId="258"/>
            <ac:spMk id="4" creationId="{00000000-0000-0000-0000-000000000000}"/>
          </ac:spMkLst>
        </pc:spChg>
        <pc:spChg chg="del">
          <ac:chgData name="Guest User" userId="" providerId="Windows Live" clId="Web-{00000000-0000-0000-0000-000000000000}" dt="2026-09-07T17:12:39.734" v="121"/>
          <ac:spMkLst>
            <pc:docMk/>
            <pc:sldMk cId="0" sldId="258"/>
            <ac:spMk id="5" creationId="{00000000-0000-0000-0000-000000000000}"/>
          </ac:spMkLst>
        </pc:spChg>
        <pc:graphicFrameChg chg="mod modGraphic">
          <ac:chgData name="Guest User" userId="" providerId="Windows Live" clId="Web-{00000000-0000-0000-0000-000000000000}" dt="2026-09-07T17:12:17.467" v="120"/>
          <ac:graphicFrameMkLst>
            <pc:docMk/>
            <pc:sldMk cId="0" sldId="258"/>
            <ac:graphicFrameMk id="3" creationId="{00000000-0000-0000-0000-000000000000}"/>
          </ac:graphicFrameMkLst>
        </pc:graphicFrameChg>
        <pc:picChg chg="add mod">
          <ac:chgData name="Guest User" userId="" providerId="Windows Live" clId="Web-{00000000-0000-0000-0000-000000000000}" dt="2026-09-07T17:19:35.077" v="166" actId="14100"/>
          <ac:picMkLst>
            <pc:docMk/>
            <pc:sldMk cId="0" sldId="258"/>
            <ac:picMk id="6" creationId="{C431CB18-498C-BB3D-DDEE-B7501471236E}"/>
          </ac:picMkLst>
        </pc:picChg>
        <pc:picChg chg="add mod">
          <ac:chgData name="Guest User" userId="" providerId="Windows Live" clId="Web-{00000000-0000-0000-0000-000000000000}" dt="2026-09-07T17:19:53.155" v="172" actId="1076"/>
          <ac:picMkLst>
            <pc:docMk/>
            <pc:sldMk cId="0" sldId="258"/>
            <ac:picMk id="7" creationId="{A667943E-B863-E0A1-080F-82DE48CE8290}"/>
          </ac:picMkLst>
        </pc:picChg>
      </pc:sldChg>
      <pc:sldChg chg="addSp modSp">
        <pc:chgData name="Guest User" userId="" providerId="Windows Live" clId="Web-{00000000-0000-0000-0000-000000000000}" dt="2026-09-07T17:24:18.024" v="202" actId="1076"/>
        <pc:sldMkLst>
          <pc:docMk/>
          <pc:sldMk cId="0" sldId="259"/>
        </pc:sldMkLst>
        <pc:picChg chg="add mod">
          <ac:chgData name="Guest User" userId="" providerId="Windows Live" clId="Web-{00000000-0000-0000-0000-000000000000}" dt="2026-09-07T17:21:02.642" v="177" actId="1076"/>
          <ac:picMkLst>
            <pc:docMk/>
            <pc:sldMk cId="0" sldId="259"/>
            <ac:picMk id="2" creationId="{04DCC848-3E7A-CB4E-195C-B22507C181E0}"/>
          </ac:picMkLst>
        </pc:picChg>
        <pc:picChg chg="mod">
          <ac:chgData name="Guest User" userId="" providerId="Windows Live" clId="Web-{00000000-0000-0000-0000-000000000000}" dt="2026-09-07T17:20:08.922" v="175" actId="1076"/>
          <ac:picMkLst>
            <pc:docMk/>
            <pc:sldMk cId="0" sldId="259"/>
            <ac:picMk id="4" creationId="{00000000-0000-0000-0000-000000000000}"/>
          </ac:picMkLst>
        </pc:picChg>
        <pc:picChg chg="add mod">
          <ac:chgData name="Guest User" userId="" providerId="Windows Live" clId="Web-{00000000-0000-0000-0000-000000000000}" dt="2026-09-07T17:24:18.024" v="202" actId="1076"/>
          <ac:picMkLst>
            <pc:docMk/>
            <pc:sldMk cId="0" sldId="259"/>
            <ac:picMk id="5" creationId="{9FC0C600-A1C5-B7D2-A841-864CE9BB9615}"/>
          </ac:picMkLst>
        </pc:picChg>
      </pc:sldChg>
      <pc:sldChg chg="addSp modSp">
        <pc:chgData name="Guest User" userId="" providerId="Windows Live" clId="Web-{00000000-0000-0000-0000-000000000000}" dt="2026-09-07T17:25:36.058" v="254" actId="14100"/>
        <pc:sldMkLst>
          <pc:docMk/>
          <pc:sldMk cId="0" sldId="260"/>
        </pc:sldMkLst>
        <pc:picChg chg="add mod">
          <ac:chgData name="Guest User" userId="" providerId="Windows Live" clId="Web-{00000000-0000-0000-0000-000000000000}" dt="2026-09-07T17:25:07.088" v="233" actId="14100"/>
          <ac:picMkLst>
            <pc:docMk/>
            <pc:sldMk cId="0" sldId="260"/>
            <ac:picMk id="3" creationId="{4B213DB3-43F0-A37E-D9F5-29A1178F5578}"/>
          </ac:picMkLst>
        </pc:picChg>
        <pc:picChg chg="add mod">
          <ac:chgData name="Guest User" userId="" providerId="Windows Live" clId="Web-{00000000-0000-0000-0000-000000000000}" dt="2026-09-07T17:25:36.058" v="254" actId="14100"/>
          <ac:picMkLst>
            <pc:docMk/>
            <pc:sldMk cId="0" sldId="260"/>
            <ac:picMk id="5" creationId="{3A1E0C48-91C8-290E-FCE1-600E003BD29B}"/>
          </ac:picMkLst>
        </pc:picChg>
      </pc:sldChg>
      <pc:sldChg chg="addSp modSp">
        <pc:chgData name="Guest User" userId="" providerId="Windows Live" clId="Web-{00000000-0000-0000-0000-000000000000}" dt="2026-09-07T17:26:38.201" v="287" actId="14100"/>
        <pc:sldMkLst>
          <pc:docMk/>
          <pc:sldMk cId="0" sldId="261"/>
        </pc:sldMkLst>
        <pc:graphicFrameChg chg="mod modGraphic">
          <ac:chgData name="Guest User" userId="" providerId="Windows Live" clId="Web-{00000000-0000-0000-0000-000000000000}" dt="2026-09-07T17:25:46.363" v="277" actId="1076"/>
          <ac:graphicFrameMkLst>
            <pc:docMk/>
            <pc:sldMk cId="0" sldId="261"/>
            <ac:graphicFrameMk id="3" creationId="{00000000-0000-0000-0000-000000000000}"/>
          </ac:graphicFrameMkLst>
        </pc:graphicFrameChg>
        <pc:picChg chg="add mod">
          <ac:chgData name="Guest User" userId="" providerId="Windows Live" clId="Web-{00000000-0000-0000-0000-000000000000}" dt="2026-09-07T17:26:38.201" v="287" actId="14100"/>
          <ac:picMkLst>
            <pc:docMk/>
            <pc:sldMk cId="0" sldId="261"/>
            <ac:picMk id="4" creationId="{D552AB70-1D93-074D-1D0F-D12F00F7E4F5}"/>
          </ac:picMkLst>
        </pc:picChg>
        <pc:picChg chg="add mod">
          <ac:chgData name="Guest User" userId="" providerId="Windows Live" clId="Web-{00000000-0000-0000-0000-000000000000}" dt="2026-09-07T17:26:33.935" v="286" actId="14100"/>
          <ac:picMkLst>
            <pc:docMk/>
            <pc:sldMk cId="0" sldId="261"/>
            <ac:picMk id="5" creationId="{2E3ED349-5961-64AE-8811-E1B348CB0985}"/>
          </ac:picMkLst>
        </pc:picChg>
      </pc:sldChg>
      <pc:sldChg chg="addSp modSp">
        <pc:chgData name="Guest User" userId="" providerId="Windows Live" clId="Web-{00000000-0000-0000-0000-000000000000}" dt="2026-09-07T17:29:31.367" v="311" actId="1076"/>
        <pc:sldMkLst>
          <pc:docMk/>
          <pc:sldMk cId="0" sldId="262"/>
        </pc:sldMkLst>
        <pc:picChg chg="add mod">
          <ac:chgData name="Guest User" userId="" providerId="Windows Live" clId="Web-{00000000-0000-0000-0000-000000000000}" dt="2026-09-07T17:29:17.117" v="308" actId="1076"/>
          <ac:picMkLst>
            <pc:docMk/>
            <pc:sldMk cId="0" sldId="262"/>
            <ac:picMk id="2" creationId="{E04599B6-A658-5199-74E3-E67A669C1829}"/>
          </ac:picMkLst>
        </pc:picChg>
        <pc:picChg chg="add mod">
          <ac:chgData name="Guest User" userId="" providerId="Windows Live" clId="Web-{00000000-0000-0000-0000-000000000000}" dt="2026-09-07T17:29:31.367" v="311" actId="1076"/>
          <ac:picMkLst>
            <pc:docMk/>
            <pc:sldMk cId="0" sldId="262"/>
            <ac:picMk id="3" creationId="{5DAC1EC4-6823-34CD-4DBC-7A99ADCD519C}"/>
          </ac:picMkLst>
        </pc:picChg>
      </pc:sldChg>
      <pc:sldChg chg="addSp modSp">
        <pc:chgData name="Guest User" userId="" providerId="Windows Live" clId="Web-{00000000-0000-0000-0000-000000000000}" dt="2026-09-07T17:27:42.363" v="295" actId="1076"/>
        <pc:sldMkLst>
          <pc:docMk/>
          <pc:sldMk cId="0" sldId="263"/>
        </pc:sldMkLst>
        <pc:picChg chg="add mod">
          <ac:chgData name="Guest User" userId="" providerId="Windows Live" clId="Web-{00000000-0000-0000-0000-000000000000}" dt="2026-09-07T17:27:20.659" v="292" actId="14100"/>
          <ac:picMkLst>
            <pc:docMk/>
            <pc:sldMk cId="0" sldId="263"/>
            <ac:picMk id="2" creationId="{A7898C34-3CA2-3860-A062-EA9B2336AF62}"/>
          </ac:picMkLst>
        </pc:picChg>
        <pc:picChg chg="add mod">
          <ac:chgData name="Guest User" userId="" providerId="Windows Live" clId="Web-{00000000-0000-0000-0000-000000000000}" dt="2026-09-07T17:27:42.363" v="295" actId="1076"/>
          <ac:picMkLst>
            <pc:docMk/>
            <pc:sldMk cId="0" sldId="263"/>
            <ac:picMk id="3" creationId="{A9C2EA42-802F-F388-D1AA-27C8B835620D}"/>
          </ac:picMkLst>
        </pc:picChg>
      </pc:sldChg>
      <pc:sldChg chg="addSp modSp">
        <pc:chgData name="Guest User" userId="" providerId="Windows Live" clId="Web-{00000000-0000-0000-0000-000000000000}" dt="2026-09-07T17:28:28.990" v="302" actId="14100"/>
        <pc:sldMkLst>
          <pc:docMk/>
          <pc:sldMk cId="0" sldId="264"/>
        </pc:sldMkLst>
        <pc:picChg chg="add mod">
          <ac:chgData name="Guest User" userId="" providerId="Windows Live" clId="Web-{00000000-0000-0000-0000-000000000000}" dt="2026-09-07T17:28:28.990" v="302" actId="14100"/>
          <ac:picMkLst>
            <pc:docMk/>
            <pc:sldMk cId="0" sldId="264"/>
            <ac:picMk id="2" creationId="{F8942552-6DA2-8458-396A-2C166D4626FC}"/>
          </ac:picMkLst>
        </pc:picChg>
        <pc:picChg chg="add mod">
          <ac:chgData name="Guest User" userId="" providerId="Windows Live" clId="Web-{00000000-0000-0000-0000-000000000000}" dt="2026-09-07T17:28:21.099" v="301" actId="1076"/>
          <ac:picMkLst>
            <pc:docMk/>
            <pc:sldMk cId="0" sldId="264"/>
            <ac:picMk id="3" creationId="{5AD48D70-4023-216B-BD07-D5322BC229D2}"/>
          </ac:picMkLst>
        </pc:picChg>
      </pc:sldChg>
      <pc:sldChg chg="addSp delSp modSp">
        <pc:chgData name="Guest User" userId="" providerId="Windows Live" clId="Web-{00000000-0000-0000-0000-000000000000}" dt="2026-09-07T17:30:38.166" v="323" actId="14100"/>
        <pc:sldMkLst>
          <pc:docMk/>
          <pc:sldMk cId="0" sldId="265"/>
        </pc:sldMkLst>
        <pc:spChg chg="mod">
          <ac:chgData name="Guest User" userId="" providerId="Windows Live" clId="Web-{00000000-0000-0000-0000-000000000000}" dt="2026-09-07T17:29:55.993" v="315" actId="1076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Guest User" userId="" providerId="Windows Live" clId="Web-{00000000-0000-0000-0000-000000000000}" dt="2026-09-07T17:29:45.618" v="313"/>
          <ac:spMkLst>
            <pc:docMk/>
            <pc:sldMk cId="0" sldId="265"/>
            <ac:spMk id="14" creationId="{00000000-0000-0000-0000-000000000000}"/>
          </ac:spMkLst>
        </pc:spChg>
        <pc:spChg chg="del">
          <ac:chgData name="Guest User" userId="" providerId="Windows Live" clId="Web-{00000000-0000-0000-0000-000000000000}" dt="2026-09-07T17:29:49.680" v="314"/>
          <ac:spMkLst>
            <pc:docMk/>
            <pc:sldMk cId="0" sldId="265"/>
            <ac:spMk id="15" creationId="{00000000-0000-0000-0000-000000000000}"/>
          </ac:spMkLst>
        </pc:spChg>
        <pc:picChg chg="add mod">
          <ac:chgData name="Guest User" userId="" providerId="Windows Live" clId="Web-{00000000-0000-0000-0000-000000000000}" dt="2026-09-07T17:30:10.103" v="319" actId="14100"/>
          <ac:picMkLst>
            <pc:docMk/>
            <pc:sldMk cId="0" sldId="265"/>
            <ac:picMk id="16" creationId="{7543A594-CC3B-7849-E91A-B422CF08B904}"/>
          </ac:picMkLst>
        </pc:picChg>
        <pc:picChg chg="add mod">
          <ac:chgData name="Guest User" userId="" providerId="Windows Live" clId="Web-{00000000-0000-0000-0000-000000000000}" dt="2026-09-07T17:30:38.166" v="323" actId="14100"/>
          <ac:picMkLst>
            <pc:docMk/>
            <pc:sldMk cId="0" sldId="265"/>
            <ac:picMk id="17" creationId="{F89152D4-1B96-4E55-5E73-C71DD9085772}"/>
          </ac:picMkLst>
        </pc:picChg>
      </pc:sldChg>
      <pc:sldChg chg="addSp delSp modSp">
        <pc:chgData name="Guest User" userId="" providerId="Windows Live" clId="Web-{00000000-0000-0000-0000-000000000000}" dt="2026-09-07T17:31:34.434" v="335" actId="1076"/>
        <pc:sldMkLst>
          <pc:docMk/>
          <pc:sldMk cId="0" sldId="266"/>
        </pc:sldMkLst>
        <pc:spChg chg="mod">
          <ac:chgData name="Guest User" userId="" providerId="Windows Live" clId="Web-{00000000-0000-0000-0000-000000000000}" dt="2026-09-07T17:31:01.323" v="328" actId="1076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Guest User" userId="" providerId="Windows Live" clId="Web-{00000000-0000-0000-0000-000000000000}" dt="2026-09-07T17:30:50.729" v="326"/>
          <ac:spMkLst>
            <pc:docMk/>
            <pc:sldMk cId="0" sldId="266"/>
            <ac:spMk id="14" creationId="{00000000-0000-0000-0000-000000000000}"/>
          </ac:spMkLst>
        </pc:spChg>
        <pc:spChg chg="del">
          <ac:chgData name="Guest User" userId="" providerId="Windows Live" clId="Web-{00000000-0000-0000-0000-000000000000}" dt="2026-09-07T17:30:45.213" v="324"/>
          <ac:spMkLst>
            <pc:docMk/>
            <pc:sldMk cId="0" sldId="266"/>
            <ac:spMk id="15" creationId="{00000000-0000-0000-0000-000000000000}"/>
          </ac:spMkLst>
        </pc:spChg>
        <pc:picChg chg="add mod">
          <ac:chgData name="Guest User" userId="" providerId="Windows Live" clId="Web-{00000000-0000-0000-0000-000000000000}" dt="2026-09-07T17:31:13.902" v="332" actId="14100"/>
          <ac:picMkLst>
            <pc:docMk/>
            <pc:sldMk cId="0" sldId="266"/>
            <ac:picMk id="16" creationId="{7BCFCA62-4C91-1C1F-36DF-B9EF0E33A359}"/>
          </ac:picMkLst>
        </pc:picChg>
        <pc:picChg chg="add mod">
          <ac:chgData name="Guest User" userId="" providerId="Windows Live" clId="Web-{00000000-0000-0000-0000-000000000000}" dt="2026-09-07T17:31:34.434" v="335" actId="1076"/>
          <ac:picMkLst>
            <pc:docMk/>
            <pc:sldMk cId="0" sldId="266"/>
            <ac:picMk id="17" creationId="{4091FBB6-F429-008E-4958-39741B82B697}"/>
          </ac:picMkLst>
        </pc:picChg>
      </pc:sldChg>
      <pc:sldChg chg="addSp delSp modSp">
        <pc:chgData name="Guest User" userId="" providerId="Windows Live" clId="Web-{00000000-0000-0000-0000-000000000000}" dt="2026-09-07T17:32:43.999" v="348" actId="1076"/>
        <pc:sldMkLst>
          <pc:docMk/>
          <pc:sldMk cId="0" sldId="267"/>
        </pc:sldMkLst>
        <pc:spChg chg="mod">
          <ac:chgData name="Guest User" userId="" providerId="Windows Live" clId="Web-{00000000-0000-0000-0000-000000000000}" dt="2026-09-07T17:31:53.685" v="338"/>
          <ac:spMkLst>
            <pc:docMk/>
            <pc:sldMk cId="0" sldId="267"/>
            <ac:spMk id="2" creationId="{00000000-0000-0000-0000-000000000000}"/>
          </ac:spMkLst>
        </pc:spChg>
        <pc:spChg chg="del">
          <ac:chgData name="Guest User" userId="" providerId="Windows Live" clId="Web-{00000000-0000-0000-0000-000000000000}" dt="2026-09-07T17:31:40.028" v="336"/>
          <ac:spMkLst>
            <pc:docMk/>
            <pc:sldMk cId="0" sldId="267"/>
            <ac:spMk id="15" creationId="{00000000-0000-0000-0000-000000000000}"/>
          </ac:spMkLst>
        </pc:spChg>
        <pc:picChg chg="add mod">
          <ac:chgData name="Guest User" userId="" providerId="Windows Live" clId="Web-{00000000-0000-0000-0000-000000000000}" dt="2026-09-07T17:32:34.983" v="347" actId="14100"/>
          <ac:picMkLst>
            <pc:docMk/>
            <pc:sldMk cId="0" sldId="267"/>
            <ac:picMk id="14" creationId="{3FD696A1-479B-764E-5C31-4570751FF13F}"/>
          </ac:picMkLst>
        </pc:picChg>
        <pc:picChg chg="add mod">
          <ac:chgData name="Guest User" userId="" providerId="Windows Live" clId="Web-{00000000-0000-0000-0000-000000000000}" dt="2026-09-07T17:32:43.999" v="348" actId="1076"/>
          <ac:picMkLst>
            <pc:docMk/>
            <pc:sldMk cId="0" sldId="267"/>
            <ac:picMk id="16" creationId="{61997C2C-0CC4-2B6C-136C-E01596A5A3A7}"/>
          </ac:picMkLst>
        </pc:picChg>
      </pc:sldChg>
      <pc:sldChg chg="del">
        <pc:chgData name="Guest User" userId="" providerId="Windows Live" clId="Web-{00000000-0000-0000-0000-000000000000}" dt="2026-09-07T17:33:58.080" v="349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5B6D0-FCFC-4072-81EF-E41FC1F8A318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A79C2-8B85-4780-A501-78B5ECF99C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40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A79C2-8B85-4780-A501-78B5ECF99C8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140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263" y="1188720"/>
            <a:ext cx="11581447" cy="1654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4320"/>
              </a:lnSpc>
            </a:pPr>
            <a:r>
              <a:rPr sz="28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MAATRICARE AI: A MULTILINGUAL MATERNAL HEALTH RISK MONITORING SYSTEM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29472" y="2829119"/>
            <a:ext cx="7953375" cy="789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endParaRPr lang="en-US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3150"/>
              </a:lnSpc>
            </a:pPr>
            <a:r>
              <a:rPr sz="2000" b="0" i="0" u="none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Clinical Decision Support System for Rural Care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9014" y="4028881"/>
            <a:ext cx="3486150" cy="300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20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6</a:t>
            </a:r>
            <a:endParaRPr sz="2000" b="0" i="0" u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13703" y="4895798"/>
            <a:ext cx="6636773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Supervision of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475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Esha Choudhuri</a:t>
            </a:r>
            <a:endParaRPr sz="20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D1D376-B92C-D9BB-D719-94D25DAAC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" y="2858"/>
            <a:ext cx="1722120" cy="1284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9C46A0-6271-2119-C2C1-6AE99363D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922" y="111760"/>
            <a:ext cx="1758315" cy="1076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0683" y="284480"/>
            <a:ext cx="5070633" cy="37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IN" sz="2400" b="1">
                <a:solidFill>
                  <a:schemeClr val="tx2"/>
                </a:solidFill>
                <a:latin typeface="Times New Roman"/>
                <a:cs typeface="Times New Roman"/>
              </a:rPr>
              <a:t>GROUP MEMBERS DETAILS</a:t>
            </a:r>
            <a:endParaRPr lang="en-US" sz="2400" b="1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737147"/>
              </p:ext>
            </p:extLst>
          </p:nvPr>
        </p:nvGraphicFramePr>
        <p:xfrm>
          <a:off x="196643" y="1365762"/>
          <a:ext cx="11798712" cy="5101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2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2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0286">
                <a:tc>
                  <a:txBody>
                    <a:bodyPr/>
                    <a:lstStyle/>
                    <a:p>
                      <a:pPr algn="l"/>
                      <a:r>
                        <a:rPr lang="en-IN" sz="1800" b="1" u="none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lang="en-IN" sz="1800" b="1" i="0" u="none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Enrollment Number</a:t>
                      </a:r>
                      <a:endParaRPr lang="en-US" sz="1800" b="1" i="0" u="none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u="none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Department</a:t>
                      </a:r>
                      <a:endParaRPr lang="en-IN" sz="1800" b="1" i="0" u="none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286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Rohan Hazra</a:t>
                      </a:r>
                      <a:endParaRPr lang="en-IN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12024002028203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CSE (AI&amp;ML)</a:t>
                      </a:r>
                      <a:endParaRPr lang="en-IN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286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Prapti Acharya</a:t>
                      </a:r>
                      <a:endParaRPr lang="en-IN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12024002028037</a:t>
                      </a:r>
                      <a:endParaRPr lang="en-IN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CSE (AI&amp;ML)</a:t>
                      </a:r>
                      <a:endParaRPr lang="en-IN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286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Souryadeep Dutta</a:t>
                      </a:r>
                      <a:endParaRPr lang="en-IN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12024002028220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CSE (AI&amp;ML)</a:t>
                      </a:r>
                      <a:endParaRPr lang="en-IN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286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Fardeen Khan</a:t>
                      </a:r>
                      <a:endParaRPr lang="en-IN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12024002028024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CSE (AI&amp;ML)</a:t>
                      </a:r>
                      <a:endParaRPr lang="en-IN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0286">
                <a:tc>
                  <a:txBody>
                    <a:bodyPr/>
                    <a:lstStyle/>
                    <a:p>
                      <a:pPr algn="l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Swapnaneel Dey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</a:rPr>
                        <a:t>12024002028229</a:t>
                      </a:r>
                      <a:endParaRPr lang="en-US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CSE (AI&amp;ML)</a:t>
                      </a:r>
                    </a:p>
                    <a:p>
                      <a:pPr algn="l"/>
                      <a:endParaRPr lang="en-IN" sz="1800" b="0" i="0" u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89582167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BFBECBB-CD6E-C0EB-F1D6-AEA21C19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842" y="101600"/>
            <a:ext cx="1382395" cy="985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BCBE77-4965-54FF-9DD9-4F444F6F0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" y="2858"/>
            <a:ext cx="1386840" cy="1101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2865" y="187325"/>
            <a:ext cx="4020502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02060"/>
                </a:solidFill>
                <a:latin typeface="Arimo"/>
              </a:rPr>
              <a:t>TABLE OF CONTENTS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62823"/>
              </p:ext>
            </p:extLst>
          </p:nvPr>
        </p:nvGraphicFramePr>
        <p:xfrm>
          <a:off x="206478" y="1208448"/>
          <a:ext cx="11759381" cy="53465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31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4653">
                <a:tc>
                  <a:txBody>
                    <a:bodyPr/>
                    <a:lstStyle/>
                    <a:p>
                      <a:pPr algn="l"/>
                      <a:r>
                        <a:rPr sz="16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sz="1600" b="1" i="0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Number</a:t>
                      </a:r>
                      <a:endParaRPr sz="1600" b="1" i="0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65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CHAPTER - 1: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Problem Statement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65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CHAPTER - 2: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Solution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65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CHAPTER - 3: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Literature Survey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65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CHAPTER - 4: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Technology Stack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65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CHAPTER - 5: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Methodology &amp; System Architecture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65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CHAPTER - 6: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Database Architecture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65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CHAPTER - 7: 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ML Risk Pipeline: Data to Decision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65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CHAPTER - 8: D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eployment</a:t>
                      </a:r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&amp; 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Expected </a:t>
                      </a:r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mpact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4658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CHAPTER - 9:</a:t>
                      </a:r>
                      <a:r>
                        <a:rPr lang="en-US" sz="16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Conclusion &amp; Future Work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sz="1600" b="0" i="0" u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431CB18-498C-BB3D-DDEE-B75014712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" y="2858"/>
            <a:ext cx="1447800" cy="1081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7943E-B863-E0A1-080F-82DE48CE8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002" y="91440"/>
            <a:ext cx="162623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4026" y="0"/>
            <a:ext cx="12191999" cy="37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4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b="1" i="0" u="none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28" y="1602658"/>
            <a:ext cx="4917563" cy="38418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6DBF23-481E-856A-7861-2B2BE90982C1}"/>
              </a:ext>
            </a:extLst>
          </p:cNvPr>
          <p:cNvSpPr txBox="1"/>
          <p:nvPr/>
        </p:nvSpPr>
        <p:spPr>
          <a:xfrm>
            <a:off x="195210" y="1474839"/>
            <a:ext cx="6451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Maternal complications are frequently identified only after they escalate, especially in rural and resource-limited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information systems rarely communicate in the patient's or frontline ASHA worker's local language, creating significant communication gaps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score risk on a one-time snapshot basis, missing crucial data on how a patient's condition trends across multiple visits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regions often lack reliable internet, making "always-online" healthcare systems impractical for frontline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Nearly 287,000 preventable global maternal deaths occur annually, emphasizing the critical need for timely detection tools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DCC848-3E7A-CB4E-195C-B22507C18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362" y="0"/>
            <a:ext cx="1809115" cy="1107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C0C600-A1C5-B7D2-A841-864CE9BB9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0" y="1"/>
            <a:ext cx="1711960" cy="110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83202" y="80021"/>
            <a:ext cx="3511345" cy="389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4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884B1E-2F52-8E6F-712D-D7959779CB06}"/>
              </a:ext>
            </a:extLst>
          </p:cNvPr>
          <p:cNvSpPr txBox="1"/>
          <p:nvPr/>
        </p:nvSpPr>
        <p:spPr>
          <a:xfrm>
            <a:off x="98323" y="1662840"/>
            <a:ext cx="119953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MaatriCare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multilingual maternal health risk monitoring system that converts routine visit data into clear, actionable, local-language risk guidance for frontline workers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utilizes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Risk ML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SHAP) to classify risk (Low / Medium / High) and provide transparent reasoning, building trust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features an integrated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Output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that delivers prediction results in the worker's local language (Bengali, Hindi, English)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Trend-Aware Monitoring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visit history across trimesters and trimesters, rather than just scoring a single snapshot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be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/ SMS-Ready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that data entry, risk scoring, and critical high-risk alerts function fully in areas with poor internet connectivity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213DB3-43F0-A37E-D9F5-29A1178F5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160"/>
            <a:ext cx="1951354" cy="1020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E0C48-91C8-290E-FCE1-600E003BD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122" y="10160"/>
            <a:ext cx="1951355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4348" y="77488"/>
            <a:ext cx="4502698" cy="37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129728"/>
              </p:ext>
            </p:extLst>
          </p:nvPr>
        </p:nvGraphicFramePr>
        <p:xfrm>
          <a:off x="226142" y="1222477"/>
          <a:ext cx="11707012" cy="48399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6290">
                <a:tc>
                  <a:txBody>
                    <a:bodyPr/>
                    <a:lstStyle/>
                    <a:p>
                      <a:pPr algn="just"/>
                      <a:r>
                        <a:rPr lang="en-US" sz="1800" b="1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(Author &amp; Year)</a:t>
                      </a:r>
                      <a:endParaRPr lang="en-US" sz="1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Approach</a:t>
                      </a:r>
                      <a:endParaRPr lang="en-US" sz="1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Result</a:t>
                      </a:r>
                      <a:endParaRPr lang="en-US" sz="1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 Identified</a:t>
                      </a:r>
                      <a:endParaRPr lang="en-US" sz="1800" b="1" i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 algn="just"/>
                      <a:r>
                        <a:rPr lang="en-US" sz="1800" b="1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Sarker et al., 2025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</a:t>
                      </a:r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        (Healthcare Analytics)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PCA-enhanced </a:t>
                      </a:r>
                      <a:r>
                        <a:rPr lang="en-US" sz="1800" b="0" u="non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800" b="0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SMOTE-ENN</a:t>
                      </a:r>
                      <a:endParaRPr lang="en-US" sz="1800" b="0" i="0" u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97.7% accuracy on maternal dataset</a:t>
                      </a:r>
                      <a:endParaRPr lang="en-US" sz="1800" b="0" i="0" u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multilingual or offline deployment focus for rural areas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 algn="just"/>
                      <a:r>
                        <a:rPr lang="en-US" sz="1800" b="1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Altaie &amp; Ibrahim, 2026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</a:t>
                      </a:r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        (DHJ)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Leakage-regulated hybrid XGBoost</a:t>
                      </a:r>
                      <a:endParaRPr lang="en-US" sz="1800" b="0" i="0" u="none" err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 0.911 with calibration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explainability (SHAP) layer for frontline workers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 algn="just"/>
                      <a:r>
                        <a:rPr lang="en-US" sz="1800" b="1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Predicting Maternal Risk, 2024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</a:t>
                      </a:r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        (BMC Preg. &amp; Childbirth)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models (LR, RF, KNN, XGB)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ranks shift post-PCA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Single-point scoring only; no visit trending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290">
                <a:tc>
                  <a:txBody>
                    <a:bodyPr/>
                    <a:lstStyle/>
                    <a:p>
                      <a:pPr algn="just"/>
                      <a:r>
                        <a:rPr lang="en-US" sz="1800" b="1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via Boosting, 2025</a:t>
                      </a: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</a:t>
                      </a:r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        (Springer)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UMAP dimensionality + XGBoost</a:t>
                      </a:r>
                      <a:endParaRPr lang="en-US" sz="1800" b="0" i="0" u="none" err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class separability</a:t>
                      </a:r>
                      <a:endParaRPr lang="en-US" sz="1800" b="0" i="0" u="none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u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Ignores language and accessibility limitations</a:t>
                      </a:r>
                      <a:endParaRPr lang="en-US" sz="1800" b="0" i="0" u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552AB70-1D93-074D-1D0F-D12F00F7E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762" y="-10160"/>
            <a:ext cx="1514475" cy="843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3ED349-5961-64AE-8811-E1B348CB0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" y="2858"/>
            <a:ext cx="1518920" cy="969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9D06B4D-8A8A-6819-A00A-0D3AB83DBAC9}"/>
              </a:ext>
            </a:extLst>
          </p:cNvPr>
          <p:cNvSpPr txBox="1"/>
          <p:nvPr/>
        </p:nvSpPr>
        <p:spPr>
          <a:xfrm>
            <a:off x="4869388" y="0"/>
            <a:ext cx="2490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A4F3C65-90C4-69AE-F33C-2AAD162C4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58683"/>
              </p:ext>
            </p:extLst>
          </p:nvPr>
        </p:nvGraphicFramePr>
        <p:xfrm>
          <a:off x="141471" y="941369"/>
          <a:ext cx="11946195" cy="56138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82065">
                  <a:extLst>
                    <a:ext uri="{9D8B030D-6E8A-4147-A177-3AD203B41FA5}">
                      <a16:colId xmlns:a16="http://schemas.microsoft.com/office/drawing/2014/main" val="1217005071"/>
                    </a:ext>
                  </a:extLst>
                </a:gridCol>
                <a:gridCol w="3982065">
                  <a:extLst>
                    <a:ext uri="{9D8B030D-6E8A-4147-A177-3AD203B41FA5}">
                      <a16:colId xmlns:a16="http://schemas.microsoft.com/office/drawing/2014/main" val="190383693"/>
                    </a:ext>
                  </a:extLst>
                </a:gridCol>
                <a:gridCol w="3982065">
                  <a:extLst>
                    <a:ext uri="{9D8B030D-6E8A-4147-A177-3AD203B41FA5}">
                      <a16:colId xmlns:a16="http://schemas.microsoft.com/office/drawing/2014/main" val="4273677704"/>
                    </a:ext>
                  </a:extLst>
                </a:gridCol>
              </a:tblGrid>
              <a:tr h="290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1702282697"/>
                  </a:ext>
                </a:extLst>
              </a:tr>
              <a:tr h="438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of the web interface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1900923361"/>
                  </a:ext>
                </a:extLst>
              </a:tr>
              <a:tr h="29039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CSS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/>
                          <a:cs typeface="Times New Roman"/>
                        </a:rPr>
                        <a:t>Styling and responsive UI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2326093334"/>
                  </a:ext>
                </a:extLst>
              </a:tr>
              <a:tr h="4385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interaction and frontend logic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752274355"/>
                  </a:ext>
                </a:extLst>
              </a:tr>
              <a:tr h="438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/>
                          <a:cs typeface="Times New Roman"/>
                        </a:rPr>
                        <a:t>Backend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backend and AI processing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3690168012"/>
                  </a:ext>
                </a:extLst>
              </a:tr>
              <a:tr h="29039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API/backend server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85131216"/>
                  </a:ext>
                </a:extLst>
              </a:tr>
              <a:tr h="4385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processing and manipulation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1205054821"/>
                  </a:ext>
                </a:extLst>
              </a:tr>
              <a:tr h="29039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Maternal risk prediction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1482296010"/>
                  </a:ext>
                </a:extLst>
              </a:tr>
              <a:tr h="4385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Joblib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Saving/loading the trained ML model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3061349917"/>
                  </a:ext>
                </a:extLst>
              </a:tr>
              <a:tr h="528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Explaining why a patient is classified as high/low risk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1224057651"/>
                  </a:ext>
                </a:extLst>
              </a:tr>
              <a:tr h="626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SQLite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Storing patients, pregnancies, visits and escalation records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1336578873"/>
                  </a:ext>
                </a:extLst>
              </a:tr>
              <a:tr h="438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Translation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Translation API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recommendations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3214722129"/>
                  </a:ext>
                </a:extLst>
              </a:tr>
              <a:tr h="626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</a:t>
                      </a: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Alert/fallback communication for low-connectivity areas</a:t>
                      </a: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266684911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7898C34-3CA2-3860-A062-EA9B2336A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" y="2858"/>
            <a:ext cx="1224280" cy="9188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C2EA42-802F-F388-D1AA-27C8B8356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682" y="0"/>
            <a:ext cx="1392555" cy="84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70497" y="85492"/>
            <a:ext cx="8051006" cy="389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4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SYSTEM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1058" y="6550461"/>
            <a:ext cx="471351" cy="18466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1200" b="1" i="0" u="none" dirty="0">
                <a:solidFill>
                  <a:srgbClr val="002060"/>
                </a:solidFill>
                <a:latin typeface="Arimo"/>
              </a:rPr>
              <a:t>9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88532E6-FCA3-A58E-EF6E-A056C406B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12" y="773459"/>
            <a:ext cx="11298376" cy="56491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942552-6DA2-8458-396A-2C166D462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7402" y="0"/>
            <a:ext cx="1219835" cy="9347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D48D70-4023-216B-BD07-D5322BC22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0" y="2858"/>
            <a:ext cx="1214120" cy="9188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070555" y="0"/>
            <a:ext cx="4355690" cy="37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sz="24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ARCHITECTURE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F743C49-91DD-8B68-398E-C32097B6B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" y="780448"/>
            <a:ext cx="12192001" cy="58944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04599B6-A658-5199-74E3-E67A669C1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0" y="2858"/>
            <a:ext cx="1264920" cy="8070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AC1EC4-6823-34CD-4DBC-7A99ADCD5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322" y="0"/>
            <a:ext cx="1351915" cy="833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9485" y="90727"/>
            <a:ext cx="536484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Risk Pipeline: Data to Decision</a:t>
            </a:r>
            <a:endParaRPr sz="2400" b="1" i="0" u="non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43A594-CC3B-7849-E91A-B422CF08B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446" y="2859"/>
            <a:ext cx="1691554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9152D4-1B96-4E55-5E73-C71DD9085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" y="2859"/>
            <a:ext cx="1691554" cy="101810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185F15B-24C7-5A81-DD9E-808C9FF77E54}"/>
              </a:ext>
            </a:extLst>
          </p:cNvPr>
          <p:cNvSpPr txBox="1"/>
          <p:nvPr/>
        </p:nvSpPr>
        <p:spPr>
          <a:xfrm>
            <a:off x="126096" y="1109451"/>
            <a:ext cx="5488123" cy="554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1.Input — Routine Visit Data</a:t>
            </a: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Captures vitals at each visit: Systolic/Diastolic BP, Weight, </a:t>
            </a:r>
            <a:r>
              <a:rPr lang="en-IN" sz="1600" dirty="0" err="1"/>
              <a:t>Hemoglobin</a:t>
            </a:r>
            <a:r>
              <a:rPr lang="en-IN" sz="1600" dirty="0"/>
              <a:t>, Blood Sugar, Fundal Height.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Includes reported symptoms (e.g., headache, swelling, blurred vision) and flags danger signs.</a:t>
            </a:r>
          </a:p>
          <a:p>
            <a:r>
              <a:rPr lang="en-IN" b="1" dirty="0"/>
              <a:t>2.Preprocessing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Handles missing values and encodes categorical fields.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Converts symptom arrays into structured features for model ingestion.</a:t>
            </a:r>
          </a:p>
          <a:p>
            <a:r>
              <a:rPr lang="en-IN" b="1" dirty="0"/>
              <a:t>3.Core Model — </a:t>
            </a:r>
            <a:r>
              <a:rPr lang="en-IN" b="1" dirty="0" err="1"/>
              <a:t>XGBoost</a:t>
            </a:r>
            <a:r>
              <a:rPr lang="en-IN" b="1" dirty="0"/>
              <a:t> (Gradient Boosting)</a:t>
            </a:r>
            <a:endParaRPr lang="en-IN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/>
              <a:t>Builds an sequential ensemble of decision trees; each tree corrects the errors (residuals) of previous ones.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/>
              <a:t>Final prediction is a weighted sum of all trees' outputs.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600" dirty="0"/>
              <a:t>Output: Probability score (0.0000–1.0000) mapped to a Green / Yellow / Red tier.</a:t>
            </a:r>
          </a:p>
          <a:p>
            <a:r>
              <a:rPr lang="en-IN" b="1" dirty="0"/>
              <a:t>4.Explainability — SHAP</a:t>
            </a:r>
            <a:endParaRPr lang="en-I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Assigns a contribution value (positive or negative) to each input feature for every prediction.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Shows exactly "why" the model flagged a patient (e.g., "+0.31 from high BP, −0.04 from age").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600" dirty="0"/>
              <a:t>Stored as JSONB format alongside the visit record.</a:t>
            </a:r>
          </a:p>
          <a:p>
            <a:endParaRPr lang="en-IN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AC76FB5-05AC-5943-9399-FEADA232A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219" y="1020961"/>
            <a:ext cx="6451685" cy="55476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2470" y="81280"/>
            <a:ext cx="6630828" cy="389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sz="24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EXPECTED IMPACT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CFCA62-4C91-1C1F-36DF-B9EF0E33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" y="863"/>
            <a:ext cx="1664176" cy="1013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91FBB6-F429-008E-4958-39741B82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642" y="81280"/>
            <a:ext cx="1585595" cy="924560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93EBD48-21D6-CEC4-C770-512F6795B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491893"/>
              </p:ext>
            </p:extLst>
          </p:nvPr>
        </p:nvGraphicFramePr>
        <p:xfrm>
          <a:off x="275303" y="1668620"/>
          <a:ext cx="11680724" cy="44962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40362">
                  <a:extLst>
                    <a:ext uri="{9D8B030D-6E8A-4147-A177-3AD203B41FA5}">
                      <a16:colId xmlns:a16="http://schemas.microsoft.com/office/drawing/2014/main" val="2821046206"/>
                    </a:ext>
                  </a:extLst>
                </a:gridCol>
                <a:gridCol w="5840362">
                  <a:extLst>
                    <a:ext uri="{9D8B030D-6E8A-4147-A177-3AD203B41FA5}">
                      <a16:colId xmlns:a16="http://schemas.microsoft.com/office/drawing/2014/main" val="1888037880"/>
                    </a:ext>
                  </a:extLst>
                </a:gridCol>
              </a:tblGrid>
              <a:tr h="461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798512"/>
                  </a:ext>
                </a:extLst>
              </a:tr>
              <a:tr h="807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Pilot deployment with district health authorities and PHCs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Real-world validation of MaatriCare AI in rural maternal healthcare settings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705317"/>
                  </a:ext>
                </a:extLst>
              </a:tr>
              <a:tr h="807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ASHA and ANM workers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adoption of AI-assisted maternal risk monitoring and decision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201810"/>
                  </a:ext>
                </a:extLst>
              </a:tr>
              <a:tr h="807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Offline-first app with SMS escalation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Continued access and timely alerts even in low-connectivity 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662733"/>
                  </a:ext>
                </a:extLst>
              </a:tr>
              <a:tr h="807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with ABDM and facility EMRs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continuity of patient records and easier coordination between healthcare facilities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910780"/>
                  </a:ext>
                </a:extLst>
              </a:tr>
              <a:tr h="807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State-level rollout across high-burden districts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Wider coverage, earlier identification of high-risk pregnancies, and improved maternal healthcare outcomes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9362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63303" y="100633"/>
            <a:ext cx="5259336" cy="37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475" y="1344767"/>
            <a:ext cx="11581447" cy="223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20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477" y="1634060"/>
            <a:ext cx="11404498" cy="865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lang="en-US" b="1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MaatriCare</a:t>
            </a:r>
            <a:r>
              <a:rPr lang="en-US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combines Explainable AI (SHAP), Multilingual Communication, and Continuous Risk Monitoring into a cohesive system. It acts as a critical decision-support tool, empowering ASHA workers to intercept complications early, specifically designed for the realities of rural offline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6476" y="2719675"/>
            <a:ext cx="11581447" cy="223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2000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067942"/>
            <a:ext cx="666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477" y="3058387"/>
            <a:ext cx="10744200" cy="570284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Deployment: </a:t>
            </a: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backend to </a:t>
            </a:r>
            <a:r>
              <a:rPr lang="en-US" b="0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containerizing with Docker for robust PHC scaling.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475" y="3666901"/>
            <a:ext cx="10744200" cy="570284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 </a:t>
            </a: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model across diverse geographical regions without centralizing sensitive patient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475" y="4286733"/>
            <a:ext cx="10744200" cy="275332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Scale:</a:t>
            </a:r>
            <a:r>
              <a:rPr lang="en-US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integration with national maternal health registries and the ABDM framework.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475" y="4772024"/>
            <a:ext cx="10744200" cy="570284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b="1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Expansion:</a:t>
            </a:r>
            <a:r>
              <a:rPr lang="en-US" b="0" i="0" u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Broadening the translation API to support 30+ regional Indian languages with voice-input capabilities.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997C2C-0CC4-2B6C-136C-E01596A5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962" y="81280"/>
            <a:ext cx="1565275" cy="9347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D696A1-479B-764E-5C31-4570751FF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" y="2858"/>
            <a:ext cx="1366520" cy="1091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1025</Words>
  <Application>Microsoft Office PowerPoint</Application>
  <PresentationFormat>Widescreen</PresentationFormat>
  <Paragraphs>155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Arimo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ROHAN HAZRA</dc:creator>
  <cp:keywords/>
  <dc:description>generated using python-pptx</dc:description>
  <cp:lastModifiedBy>rohan hazra</cp:lastModifiedBy>
  <cp:revision>4</cp:revision>
  <dcterms:created xsi:type="dcterms:W3CDTF">2013-01-27T09:14:16Z</dcterms:created>
  <dcterms:modified xsi:type="dcterms:W3CDTF">2026-09-07T18:14:03Z</dcterms:modified>
  <cp:category/>
</cp:coreProperties>
</file>